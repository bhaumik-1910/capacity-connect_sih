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26075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Digital Capacity Building &amp; Learning Management Portal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SIH26075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INNOVEX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CapacityConnect – AI-Driven Multi-Tenant Digital Capacity Building &amp; LMS Platform for MoES/IMD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Unified MERN-stack portal: institute onboarding → course authoring → exams → competency passport → verified certification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5-tier RBAC with strict multi-tenant isolation; AI trainer-matcher &amp; WMO-258 skill-gap engine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Replaces fragmented spreadsheets &amp; paper certificates with one centralized, auditable MoES/IMD system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Excel batch onboarding + auto IDs/PINs/QR admit cards remove manual errors; cheat-resistant server-graded exams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Purpose-built for a national multi-institutional government training ecosystem, not a generic LMS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AI-weighted trainer-matcher + SHA-256 tamper-evident, zero-login public QR certificate verification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 b="1">
                <a:latin typeface="Arial" pitchFamily="34" charset="0"/>
                <a:cs typeface="Arial" pitchFamily="34" charset="0"/>
              </a:rPr>
              <a:t>Technologies to be Used: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Frontend: React 18, Vite 5, React Router v6, Tailwind CSS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Backend: Node.js, Express.js, JWT (HMAC SHA-256), bcrypt, Helmet, CORS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Database: MongoDB Atlas + Mongoose ORM, AES-256 encryption at rest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Security: Rate limiting, NoSQL-injection/XSS sanitization, immutable audit logging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 b="1">
                <a:latin typeface="Arial" pitchFamily="34" charset="0"/>
                <a:cs typeface="Arial" pitchFamily="34" charset="0"/>
              </a:rPr>
              <a:t>Methodology and Process for Implementation: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Agile sprints: Auth/RBAC → Multi-tenant onboarding → Course &amp; Exam engine → AI Matcher &amp; Certificates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RESTful controllers (/api/v1/*) with row-level tenant-scoped queries</a:t>
            </a: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Flow: Excel upload → auto ID/PIN → enrollment → timed exam → auto-grading → certificate → QR verification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Fully working, end-to-end MERN prototype already implemented with seeded demo accounts across all 5 roles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Built on proven open-source stack (React/Node/MongoDB) — low cost, fast institutional onboarding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Risks: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Change management: migrating institutes off legacy spreadsheet/paper workflows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Peak-load scaling during nationwide concurrent examination windows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 for Overcoming These Challenges: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Phased pilot rollout (starting with LJKU) before national scale-up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Horizontal scaling via MongoDB replica sets + stateless JWT-based load-balanced servers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Audience: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Real-time nationwide visibility for MoES/IMD into forecaster readiness &amp; competency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Faster, error-free onboarding for universities, RMCs &amp; R&amp;D centres (IITM Pune, NCMRWF)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Trainees get a lifelong, portable Competency Passport recognized across institutes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Environmental):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Standardized, forgery-proof credentials strengthen trust in India's met workforce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Sharp reduction in manual administrative &amp; paper/printing overhead</a:t>
            </a: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Environmental: Paperless certification, admit cards &amp; records cut institutional paper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WMO-258: World Meteorological Organization competency standards for forecasting personnel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Digital Education Architecture (NDEAR), Ministry of Education – ndear.gov.in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Ministry of Earth Sciences (MoES) &amp; IMD training guidelines – mausam.imd.gov.in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MongoDB, Node.js/Express and React official documentation – architecture &amp; security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OWASP Top 10 – security guidelines applied for RBAC, input validation &amp; audit logging design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INNOVEX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